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7452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7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3108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0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VISMAY  ·  A STUDIO FOR HUMAN-BUILT IP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655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Vismay.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556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BE3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studio for human-built IP on a reclaimed internet.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914400" cy="2286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884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stopped being ours.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internet, distribution, and attention are owned by a handful of feudal techlords. Every feed is shaped by algorithms optimizing for something other than us. AI is eating the parts of work that were never the point.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Vismay is my answer — it's my life's work.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brings taste — I bring the engine.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pair with a friend who has a real, durable obsession in a domain — football, finance, F1, fashion, kids, music, travel, food, manufacturing — and we build an IP together. They bring voice, taste, and obsession. I bring the engine, the production pipeline, and the time horizon.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5806440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own the brand. They grow it. I grow with them.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17220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REPEATABLE PROCESS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637336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pipeline for every IP.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6812280"/>
            <a:ext cx="3118104" cy="868680"/>
          </a:xfrm>
          <a:prstGeom prst="rect">
            <a:avLst/>
          </a:prstGeom>
          <a:solidFill>
            <a:srgbClr val="EBE3D2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6812280"/>
            <a:ext cx="45720" cy="86868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6949440"/>
            <a:ext cx="53401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6949440"/>
            <a:ext cx="534010" cy="54864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7086600"/>
            <a:ext cx="534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228954" y="6949440"/>
            <a:ext cx="53401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8954" y="6949440"/>
            <a:ext cx="534010" cy="54864"/>
          </a:xfrm>
          <a:prstGeom prst="rect">
            <a:avLst/>
          </a:prstGeom>
          <a:solidFill>
            <a:srgbClr val="5A7A6B"/>
          </a:solidFill>
          <a:ln/>
        </p:spPr>
      </p:sp>
      <p:sp>
        <p:nvSpPr>
          <p:cNvPr id="25" name="Text 23"/>
          <p:cNvSpPr/>
          <p:nvPr/>
        </p:nvSpPr>
        <p:spPr>
          <a:xfrm>
            <a:off x="1228954" y="7086600"/>
            <a:ext cx="534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17827" y="6949440"/>
            <a:ext cx="53401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17827" y="6949440"/>
            <a:ext cx="534010" cy="54864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1817827" y="7086600"/>
            <a:ext cx="534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406701" y="6949440"/>
            <a:ext cx="53401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06701" y="6949440"/>
            <a:ext cx="534010" cy="54864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1" name="Text 29"/>
          <p:cNvSpPr/>
          <p:nvPr/>
        </p:nvSpPr>
        <p:spPr>
          <a:xfrm>
            <a:off x="2406701" y="7086600"/>
            <a:ext cx="534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995574" y="6949440"/>
            <a:ext cx="53401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5574" y="6949440"/>
            <a:ext cx="534010" cy="54864"/>
          </a:xfrm>
          <a:prstGeom prst="rect">
            <a:avLst/>
          </a:prstGeom>
          <a:solidFill>
            <a:srgbClr val="5A7A6B"/>
          </a:solidFill>
          <a:ln/>
        </p:spPr>
      </p:sp>
      <p:sp>
        <p:nvSpPr>
          <p:cNvPr id="34" name="Text 32"/>
          <p:cNvSpPr/>
          <p:nvPr/>
        </p:nvSpPr>
        <p:spPr>
          <a:xfrm>
            <a:off x="2995574" y="7086600"/>
            <a:ext cx="534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40080" y="7488936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 changes per IP — storage, engine, surfaces are shared infrastructure.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" y="786384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806500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@vismay/viz-engine — one runtime, many stories.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841248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registry-based runtime for scroll-driven, three-layer data stories: persistent map (Mapbox), foreground chart that transitions in place (ECharts), snap-locked text that drives both. Verticals plug in as tree-shaken bundles. Three render pipelines — autoplay MP4, story PDF, TTS audio — dispatched through GitHub Actions.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9464040"/>
            <a:ext cx="3118104" cy="0"/>
          </a:xfrm>
          <a:prstGeom prst="line">
            <a:avLst/>
          </a:prstGeom>
          <a:noFill/>
          <a:ln w="6350">
            <a:solidFill>
              <a:srgbClr val="C9B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94914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Supabase · Mapbox GL · Apache ECharts · GSAP · Rive · Playwright · Gemini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941064" y="214884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41064" y="23500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running, what's coming.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941064" y="2834640"/>
            <a:ext cx="91440" cy="91440"/>
          </a:xfrm>
          <a:prstGeom prst="ellipse">
            <a:avLst/>
          </a:prstGeom>
          <a:solidFill>
            <a:srgbClr val="5D8B5C"/>
          </a:solidFill>
          <a:ln/>
        </p:spPr>
      </p:sp>
      <p:sp>
        <p:nvSpPr>
          <p:cNvPr id="44" name="Text 42"/>
          <p:cNvSpPr/>
          <p:nvPr/>
        </p:nvSpPr>
        <p:spPr>
          <a:xfrm>
            <a:off x="4105656" y="278892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5D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41064" y="304495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vizmaya.fyi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96128" y="3044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· SUPRO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941064" y="32552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Footshort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96128" y="32552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· SUPRO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941064" y="3584448"/>
            <a:ext cx="91440" cy="91440"/>
          </a:xfrm>
          <a:prstGeom prst="ellipse">
            <a:avLst/>
          </a:prstGeom>
          <a:solidFill>
            <a:srgbClr val="B88830"/>
          </a:solidFill>
          <a:ln/>
        </p:spPr>
      </p:sp>
      <p:sp>
        <p:nvSpPr>
          <p:cNvPr id="50" name="Text 48"/>
          <p:cNvSpPr/>
          <p:nvPr/>
        </p:nvSpPr>
        <p:spPr>
          <a:xfrm>
            <a:off x="4105656" y="353872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88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941064" y="37947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Kidzovo  ·  kids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96128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941064" y="400507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Protrip  ·  travel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96128" y="4005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941064" y="421538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 ·  formula 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96128" y="4215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941064" y="442569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+ Finance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596128" y="44256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SHASHANK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941064" y="4754880"/>
            <a:ext cx="91440" cy="91440"/>
          </a:xfrm>
          <a:prstGeom prst="ellipse">
            <a:avLst/>
          </a:prstGeom>
          <a:solidFill>
            <a:srgbClr val="4F8C95"/>
          </a:solidFill>
          <a:ln/>
        </p:spPr>
      </p:sp>
      <p:sp>
        <p:nvSpPr>
          <p:cNvPr id="60" name="Text 58"/>
          <p:cNvSpPr/>
          <p:nvPr/>
        </p:nvSpPr>
        <p:spPr>
          <a:xfrm>
            <a:off x="4105656" y="470916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F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PIPELINE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941064" y="496519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Skincare + Beauty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596128" y="4965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941064" y="517550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 + Styling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596128" y="5175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941064" y="538581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&amp; Events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596128" y="5385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BLXXD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941064" y="5715000"/>
            <a:ext cx="91440" cy="91440"/>
          </a:xfrm>
          <a:prstGeom prst="ellipse">
            <a:avLst/>
          </a:prstGeom>
          <a:solidFill>
            <a:srgbClr val="B5A99C"/>
          </a:solidFill>
          <a:ln/>
        </p:spPr>
      </p:sp>
      <p:sp>
        <p:nvSpPr>
          <p:cNvPr id="68" name="Text 66"/>
          <p:cNvSpPr/>
          <p:nvPr/>
        </p:nvSpPr>
        <p:spPr>
          <a:xfrm>
            <a:off x="4105656" y="566928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BENCH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941064" y="592531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596128" y="5925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941064" y="613562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Cricket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596128" y="6135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/ SHUBHAM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941064" y="634593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Spirituality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596128" y="6345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941064" y="65562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· Entertainment · Food · Pets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596128" y="6556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941064" y="67665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 — India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596128" y="6766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2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PADMA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941064" y="7141464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·  VIZMAYA.FYI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941064" y="734263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17+ live stories. One engine.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3941064" y="7735824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rankings · America's debt holders · Population 2050 · World Cup 2026 atlas · India fuel prices · Korea GPU-hour · European AI adoption · Prediction markets · Great Nicobar · Press freedom · GDP 2026 · Largest armies — and more.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83" name="Shape 81"/>
          <p:cNvSpPr/>
          <p:nvPr/>
        </p:nvSpPr>
        <p:spPr>
          <a:xfrm>
            <a:off x="0" y="9774936"/>
            <a:ext cx="7562088" cy="36576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84" name="Text 82"/>
          <p:cNvSpPr/>
          <p:nvPr/>
        </p:nvSpPr>
        <p:spPr>
          <a:xfrm>
            <a:off x="502920" y="9957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Supro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502920" y="10305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E0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hello@promad.design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3401568" y="99578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with a real obsession.</a:t>
            </a:r>
            <a:endParaRPr lang="en-US" sz="850" dirty="0"/>
          </a:p>
          <a:p>
            <a:pPr algn="r" indent="0" marL="0">
              <a:buNone/>
            </a:pPr>
            <a:r>
              <a:rPr lang="en-US" sz="850" spc="2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 on the engine.</a:t>
            </a:r>
            <a:endParaRPr lang="en-US" sz="850" dirty="0"/>
          </a:p>
          <a:p>
            <a:pPr algn="r" indent="0" marL="0">
              <a:buNone/>
            </a:pPr>
            <a:r>
              <a:rPr lang="en-US" sz="850" spc="200" kern="0" dirty="0">
                <a:solidFill>
                  <a:srgbClr val="B5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a piece of the internet back.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Vismay — One-pager</dc:title>
  <dc:subject>PptxGenJS Presentation</dc:subject>
  <dc:creator>Supro</dc:creator>
  <cp:lastModifiedBy>Supro</cp:lastModifiedBy>
  <cp:revision>1</cp:revision>
  <dcterms:created xsi:type="dcterms:W3CDTF">2026-05-18T05:35:21Z</dcterms:created>
  <dcterms:modified xsi:type="dcterms:W3CDTF">2026-05-18T05:35:21Z</dcterms:modified>
</cp:coreProperties>
</file>