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7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0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VISMAY  ·  A STUDIO FOR HUMAN-BUILT IP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164592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Vismay.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EBE3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studio for human-built IP on a reclaimed internet.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023360" y="4160520"/>
            <a:ext cx="1097280" cy="0"/>
          </a:xfrm>
          <a:prstGeom prst="line">
            <a:avLst/>
          </a:prstGeom>
          <a:noFill/>
          <a:ln w="19050">
            <a:solidFill>
              <a:srgbClr val="C84B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5034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SUPRO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internet stopped being ours.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2066544"/>
            <a:ext cx="109728" cy="109728"/>
          </a:xfrm>
          <a:prstGeom prst="ellipse">
            <a:avLst/>
          </a:prstGeom>
          <a:solidFill>
            <a:srgbClr val="C84B3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is owned by a handful of feudal techlords.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615184"/>
            <a:ext cx="109728" cy="109728"/>
          </a:xfrm>
          <a:prstGeom prst="ellipse">
            <a:avLst/>
          </a:prstGeom>
          <a:solidFill>
            <a:srgbClr val="C84B3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68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feed is algorithm-shaped, optimizing for something other than you.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163824"/>
            <a:ext cx="109728" cy="109728"/>
          </a:xfrm>
          <a:prstGeom prst="ellipse">
            <a:avLst/>
          </a:prstGeom>
          <a:solidFill>
            <a:srgbClr val="C84B3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17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eating the parts of work that were never the point.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712464"/>
            <a:ext cx="109728" cy="109728"/>
          </a:xfrm>
          <a:prstGeom prst="ellipse">
            <a:avLst/>
          </a:prstGeom>
          <a:solidFill>
            <a:srgbClr val="C84B31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5661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opposite move — slow, human, named, obsessed with one thing — is suddenly available again.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366260"/>
            <a:ext cx="731520" cy="0"/>
          </a:xfrm>
          <a:prstGeom prst="line">
            <a:avLst/>
          </a:prstGeom>
          <a:noFill/>
          <a:ln w="15240">
            <a:solidFill>
              <a:srgbClr val="C84B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034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conditions for this kind of work haven't been this good in fifteen years.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30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Reclaim a piece of the internet by</a:t>
            </a:r>
            <a:endParaRPr lang="en-US" sz="3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0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IP with people who actually care.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731520" cy="0"/>
          </a:xfrm>
          <a:prstGeom prst="line">
            <a:avLst/>
          </a:prstGeom>
          <a:noFill/>
          <a:ln w="19050">
            <a:solidFill>
              <a:srgbClr val="C84B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86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 a friend who has a real, durable obsession in a domain — with a shared engine that handles everything below the craft. Build the brand together, for the long run.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brings taste — I bring the engine.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Voice, taste, obsession.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Editorial direction.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Owns the brand and the community.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0" cy="196596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VISMAY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2240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Engine, ingest, render pipelines.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743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value of a major publication.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3246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horizon and infrastructure.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091940"/>
            <a:ext cx="9144000" cy="1051560"/>
          </a:xfrm>
          <a:prstGeom prst="rect">
            <a:avLst/>
          </a:prstGeom>
          <a:solidFill>
            <a:srgbClr val="EBE3D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022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grow the IP. I grow with them.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47320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what success looks like to me.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pipeline for every IP.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417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40280"/>
            <a:ext cx="1417320" cy="109728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414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2834640"/>
            <a:ext cx="1271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scraping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E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tagging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02536" y="2926080"/>
            <a:ext cx="166878" cy="0"/>
          </a:xfrm>
          <a:prstGeom prst="line">
            <a:avLst/>
          </a:prstGeom>
          <a:noFill/>
          <a:ln w="19050">
            <a:solidFill>
              <a:srgbClr val="2A2F3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05990" y="2240280"/>
            <a:ext cx="1417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05990" y="2240280"/>
            <a:ext cx="1417320" cy="109728"/>
          </a:xfrm>
          <a:prstGeom prst="rect">
            <a:avLst/>
          </a:prstGeom>
          <a:solidFill>
            <a:srgbClr val="5A7A6B"/>
          </a:solidFill>
          <a:ln/>
        </p:spPr>
      </p:sp>
      <p:sp>
        <p:nvSpPr>
          <p:cNvPr id="12" name="Text 10"/>
          <p:cNvSpPr/>
          <p:nvPr/>
        </p:nvSpPr>
        <p:spPr>
          <a:xfrm>
            <a:off x="2205990" y="24414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79142" y="2834640"/>
            <a:ext cx="1271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E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9886" y="2926080"/>
            <a:ext cx="166878" cy="0"/>
          </a:xfrm>
          <a:prstGeom prst="line">
            <a:avLst/>
          </a:prstGeom>
          <a:noFill/>
          <a:ln w="19050">
            <a:solidFill>
              <a:srgbClr val="2A2F3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63340" y="2240280"/>
            <a:ext cx="1417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3340" y="2240280"/>
            <a:ext cx="1417320" cy="109728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7" name="Text 15"/>
          <p:cNvSpPr/>
          <p:nvPr/>
        </p:nvSpPr>
        <p:spPr>
          <a:xfrm>
            <a:off x="3863340" y="24414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6492" y="2834640"/>
            <a:ext cx="1271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E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17236" y="2926080"/>
            <a:ext cx="166878" cy="0"/>
          </a:xfrm>
          <a:prstGeom prst="line">
            <a:avLst/>
          </a:prstGeom>
          <a:noFill/>
          <a:ln w="19050">
            <a:solidFill>
              <a:srgbClr val="2A2F3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520690" y="2240280"/>
            <a:ext cx="1417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20690" y="2240280"/>
            <a:ext cx="1417320" cy="109728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22" name="Text 20"/>
          <p:cNvSpPr/>
          <p:nvPr/>
        </p:nvSpPr>
        <p:spPr>
          <a:xfrm>
            <a:off x="5520690" y="24414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93842" y="2834640"/>
            <a:ext cx="1271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engine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74586" y="2926080"/>
            <a:ext cx="166878" cy="0"/>
          </a:xfrm>
          <a:prstGeom prst="line">
            <a:avLst/>
          </a:prstGeom>
          <a:noFill/>
          <a:ln w="19050">
            <a:solidFill>
              <a:srgbClr val="2A2F3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178040" y="2240280"/>
            <a:ext cx="1417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78040" y="2240280"/>
            <a:ext cx="1417320" cy="109728"/>
          </a:xfrm>
          <a:prstGeom prst="rect">
            <a:avLst/>
          </a:prstGeom>
          <a:solidFill>
            <a:srgbClr val="5A7A6B"/>
          </a:solidFill>
          <a:ln/>
        </p:spPr>
      </p:sp>
      <p:sp>
        <p:nvSpPr>
          <p:cNvPr id="27" name="Text 25"/>
          <p:cNvSpPr/>
          <p:nvPr/>
        </p:nvSpPr>
        <p:spPr>
          <a:xfrm>
            <a:off x="7178040" y="24414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51192" y="2834640"/>
            <a:ext cx="1271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 · pdf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E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· web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178308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 ·  existing data + new / news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257300" y="2084832"/>
            <a:ext cx="0" cy="118872"/>
          </a:xfrm>
          <a:prstGeom prst="line">
            <a:avLst/>
          </a:prstGeom>
          <a:noFill/>
          <a:ln w="12700">
            <a:solidFill>
              <a:srgbClr val="6E635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48640" y="4229100"/>
            <a:ext cx="731520" cy="0"/>
          </a:xfrm>
          <a:prstGeom prst="line">
            <a:avLst/>
          </a:prstGeom>
          <a:noFill/>
          <a:ln w="15240">
            <a:solidFill>
              <a:srgbClr val="C84B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3662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 is the only thing that changes per IP.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46863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engine, and surfaces are shared infrastructure — partners never touch code.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 ·  LIVE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IPs running today.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931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0312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5D8B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vizmaya.fyi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Geopolitics · Economics · Technology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338328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794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17+ published stories  ·  2 live epics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  ·  SUPRO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828800"/>
            <a:ext cx="3931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83480" y="210312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5D8B5C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21031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83480" y="2514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Footshort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98348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Football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83480" y="3703320"/>
            <a:ext cx="338328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794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Mobile · Native vertical bundle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  ·  SUPRO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549140"/>
            <a:ext cx="731520" cy="0"/>
          </a:xfrm>
          <a:prstGeom prst="line">
            <a:avLst/>
          </a:prstGeom>
          <a:noFill/>
          <a:ln w="15240">
            <a:solidFill>
              <a:srgbClr val="C84B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6863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Started with the two I could run alone — to harden the engine on real production load before bringing partners in.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 ·  IN MOTION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wave is partner-led.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88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8046720" cy="0"/>
          </a:xfrm>
          <a:prstGeom prst="line">
            <a:avLst/>
          </a:prstGeom>
          <a:noFill/>
          <a:ln w="6350">
            <a:solidFill>
              <a:srgbClr val="C9BF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190881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73152" cy="1097280"/>
          </a:xfrm>
          <a:prstGeom prst="rect">
            <a:avLst/>
          </a:prstGeom>
          <a:solidFill>
            <a:srgbClr val="B8883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76272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Kidzovo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2560320"/>
            <a:ext cx="1588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278892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PARTNER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94610" y="2011680"/>
            <a:ext cx="190881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94610" y="2011680"/>
            <a:ext cx="73152" cy="1097280"/>
          </a:xfrm>
          <a:prstGeom prst="rect">
            <a:avLst/>
          </a:prstGeom>
          <a:solidFill>
            <a:srgbClr val="B88830"/>
          </a:solidFill>
          <a:ln/>
        </p:spPr>
      </p:sp>
      <p:sp>
        <p:nvSpPr>
          <p:cNvPr id="14" name="Text 12"/>
          <p:cNvSpPr/>
          <p:nvPr/>
        </p:nvSpPr>
        <p:spPr>
          <a:xfrm>
            <a:off x="2795778" y="2176272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Protrip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95778" y="2560320"/>
            <a:ext cx="1588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95778" y="278892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PARTNER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40580" y="2011680"/>
            <a:ext cx="190881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0580" y="2011680"/>
            <a:ext cx="73152" cy="1097280"/>
          </a:xfrm>
          <a:prstGeom prst="rect">
            <a:avLst/>
          </a:prstGeom>
          <a:solidFill>
            <a:srgbClr val="B8883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1748" y="2176272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1748" y="2560320"/>
            <a:ext cx="1588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 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1748" y="278892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86550" y="2011680"/>
            <a:ext cx="190881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86550" y="2011680"/>
            <a:ext cx="73152" cy="1097280"/>
          </a:xfrm>
          <a:prstGeom prst="rect">
            <a:avLst/>
          </a:prstGeom>
          <a:solidFill>
            <a:srgbClr val="B88830"/>
          </a:solidFill>
          <a:ln/>
        </p:spPr>
      </p:sp>
      <p:sp>
        <p:nvSpPr>
          <p:cNvPr id="24" name="Text 22"/>
          <p:cNvSpPr/>
          <p:nvPr/>
        </p:nvSpPr>
        <p:spPr>
          <a:xfrm>
            <a:off x="6887718" y="2176272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+ Finance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87718" y="2560320"/>
            <a:ext cx="1588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87718" y="278892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SHASHANK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4F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PIPELINE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566160"/>
            <a:ext cx="8046720" cy="0"/>
          </a:xfrm>
          <a:prstGeom prst="line">
            <a:avLst/>
          </a:prstGeom>
          <a:noFill/>
          <a:ln w="6350">
            <a:solidFill>
              <a:srgbClr val="C9BF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657600"/>
            <a:ext cx="190881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657600"/>
            <a:ext cx="73152" cy="1097280"/>
          </a:xfrm>
          <a:prstGeom prst="rect">
            <a:avLst/>
          </a:prstGeom>
          <a:solidFill>
            <a:srgbClr val="4F8C95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3822192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Skincare + Beauty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49808" y="4206240"/>
            <a:ext cx="1588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9808" y="443484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VANSHIKA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94610" y="3657600"/>
            <a:ext cx="190881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94610" y="3657600"/>
            <a:ext cx="73152" cy="1097280"/>
          </a:xfrm>
          <a:prstGeom prst="rect">
            <a:avLst/>
          </a:prstGeom>
          <a:solidFill>
            <a:srgbClr val="4F8C95"/>
          </a:solidFill>
          <a:ln/>
        </p:spPr>
      </p:sp>
      <p:sp>
        <p:nvSpPr>
          <p:cNvPr id="36" name="Text 34"/>
          <p:cNvSpPr/>
          <p:nvPr/>
        </p:nvSpPr>
        <p:spPr>
          <a:xfrm>
            <a:off x="2795778" y="3822192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Fashion + Styling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795778" y="4206240"/>
            <a:ext cx="1588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95778" y="443484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VANSHIKA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40580" y="3657600"/>
            <a:ext cx="190881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0580" y="3657600"/>
            <a:ext cx="73152" cy="1097280"/>
          </a:xfrm>
          <a:prstGeom prst="rect">
            <a:avLst/>
          </a:prstGeom>
          <a:solidFill>
            <a:srgbClr val="4F8C95"/>
          </a:solidFill>
          <a:ln/>
        </p:spPr>
      </p:sp>
      <p:sp>
        <p:nvSpPr>
          <p:cNvPr id="41" name="Text 39"/>
          <p:cNvSpPr/>
          <p:nvPr/>
        </p:nvSpPr>
        <p:spPr>
          <a:xfrm>
            <a:off x="4841748" y="3822192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&amp; Events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841748" y="4206240"/>
            <a:ext cx="1588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41748" y="4434840"/>
            <a:ext cx="1588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 BLXXD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86550" y="3657600"/>
            <a:ext cx="1908810" cy="1097280"/>
          </a:xfrm>
          <a:prstGeom prst="rect">
            <a:avLst/>
          </a:prstGeom>
          <a:solidFill>
            <a:srgbClr val="EBE3D2"/>
          </a:solidFill>
          <a:ln w="6350">
            <a:solidFill>
              <a:srgbClr val="C9BFA8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6686550" y="3657600"/>
            <a:ext cx="190881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300" kern="0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 ·  ON THE BENCH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Domains I want to do, partner pending.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have a person attached. The rest are open invitations to the right person.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51760" cy="713232"/>
          </a:xfrm>
          <a:prstGeom prst="rect">
            <a:avLst/>
          </a:prstGeom>
          <a:solidFill>
            <a:srgbClr val="EBE3D2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3957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·  LOOKING FOR THE RIGHT PERSON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46120" y="2286000"/>
            <a:ext cx="2651760" cy="713232"/>
          </a:xfrm>
          <a:prstGeom prst="rect">
            <a:avLst/>
          </a:prstGeom>
          <a:solidFill>
            <a:srgbClr val="EBE3D2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23957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Cricket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47288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SACHIN / SHUBHAM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43600" y="2286000"/>
            <a:ext cx="2651760" cy="713232"/>
          </a:xfrm>
          <a:prstGeom prst="rect">
            <a:avLst/>
          </a:prstGeom>
          <a:solidFill>
            <a:srgbClr val="EBE3D2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23957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Spirituality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44768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3118104"/>
            <a:ext cx="2651760" cy="713232"/>
          </a:xfrm>
          <a:prstGeom prst="rect">
            <a:avLst/>
          </a:prstGeom>
          <a:solidFill>
            <a:srgbClr val="EBE3D2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227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9808" y="35753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·  LOOKING FOR THE RIGHT PERSON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46120" y="3118104"/>
            <a:ext cx="2651760" cy="713232"/>
          </a:xfrm>
          <a:prstGeom prst="rect">
            <a:avLst/>
          </a:prstGeom>
          <a:solidFill>
            <a:srgbClr val="EBE3D2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3227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Entertainment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47288" y="35753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·  LOOKING FOR THE RIGHT PERSON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943600" y="3118104"/>
            <a:ext cx="2651760" cy="713232"/>
          </a:xfrm>
          <a:prstGeom prst="rect">
            <a:avLst/>
          </a:prstGeom>
          <a:solidFill>
            <a:srgbClr val="EBE3D2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3227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&amp; Recipe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44768" y="35753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·  LOOKING FOR THE RIGHT PERSON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3950208"/>
            <a:ext cx="2651760" cy="713232"/>
          </a:xfrm>
          <a:prstGeom prst="rect">
            <a:avLst/>
          </a:prstGeom>
          <a:solidFill>
            <a:srgbClr val="EBE3D2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405993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Science / Space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9808" y="44074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·  LOOKING FOR THE RIGHT PERSON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46120" y="3950208"/>
            <a:ext cx="2651760" cy="713232"/>
          </a:xfrm>
          <a:prstGeom prst="rect">
            <a:avLst/>
          </a:prstGeom>
          <a:solidFill>
            <a:srgbClr val="EBE3D2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47288" y="405993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447288" y="44074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·  LOOKING FOR THE RIGHT PERSON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43600" y="3950208"/>
            <a:ext cx="2651760" cy="713232"/>
          </a:xfrm>
          <a:prstGeom prst="rect">
            <a:avLst/>
          </a:prstGeom>
          <a:solidFill>
            <a:srgbClr val="EBE3D2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4768" y="405993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Manufacturing — India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44768" y="44074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PADMA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0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@vismay/viz-engine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BE3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runtime, three persistent layers.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0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931920" cy="502920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94560"/>
            <a:ext cx="91440" cy="50292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494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CARDS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450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9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markdown · snap-locked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3931920" cy="502920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788920"/>
            <a:ext cx="91440" cy="502920"/>
          </a:xfrm>
          <a:prstGeom prst="rect">
            <a:avLst/>
          </a:prstGeom>
          <a:solidFill>
            <a:srgbClr val="5A7A6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437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VIZ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044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9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ECharts · transitions in-place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3931920" cy="502920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383280"/>
            <a:ext cx="91440" cy="502920"/>
          </a:xfrm>
          <a:prstGeom prst="rect">
            <a:avLst/>
          </a:prstGeom>
          <a:solidFill>
            <a:srgbClr val="4F8C9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381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VIZ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639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9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Mapbox GL · persistent context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IntersectionObserver. Persistent WebGL across the whole story.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1874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0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CARRIES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2286000"/>
            <a:ext cx="73152" cy="73152"/>
          </a:xfrm>
          <a:prstGeom prst="ellipse">
            <a:avLst/>
          </a:prstGeom>
          <a:solidFill>
            <a:srgbClr val="C84B31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212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registry — map · chart · image · video · embed · rive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2788920"/>
            <a:ext cx="73152" cy="73152"/>
          </a:xfrm>
          <a:prstGeom prst="ellipse">
            <a:avLst/>
          </a:prstGeom>
          <a:solidFill>
            <a:srgbClr val="C84B31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27157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Verticals as tree-shaken plugins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3291840"/>
            <a:ext cx="73152" cy="73152"/>
          </a:xfrm>
          <a:prstGeom prst="ellipse">
            <a:avLst/>
          </a:prstGeom>
          <a:solidFill>
            <a:srgbClr val="C84B31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3218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 pipelines — MP4 · PDF · TTS audio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3794760"/>
            <a:ext cx="73152" cy="73152"/>
          </a:xfrm>
          <a:prstGeom prst="ellipse">
            <a:avLst/>
          </a:prstGeom>
          <a:solidFill>
            <a:srgbClr val="C84B31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3721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/admin authoring — no redeploys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060A0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6405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 ·  React 19  ·  TypeScript  ·  Supabase  ·  Mapbox GL  ·  Apache ECharts  ·  GSAP  ·  Rive  ·  Playwright  ·  Gemini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 ·  VIZMAYA.FYI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17+ live stories. One engine.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791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" cy="36576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6916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Currency rankings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32404" y="1691640"/>
            <a:ext cx="26791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32404" y="1691640"/>
            <a:ext cx="54864" cy="36576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10" name="Text 8"/>
          <p:cNvSpPr/>
          <p:nvPr/>
        </p:nvSpPr>
        <p:spPr>
          <a:xfrm>
            <a:off x="3396996" y="16916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owns America's debt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16168" y="1691640"/>
            <a:ext cx="26791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16168" y="1691640"/>
            <a:ext cx="54864" cy="36576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16916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Projected population 2050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139696"/>
            <a:ext cx="26791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139696"/>
            <a:ext cx="54864" cy="36576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13969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Cup 2026 atlas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32404" y="2139696"/>
            <a:ext cx="26791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32404" y="2139696"/>
            <a:ext cx="54864" cy="36576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19" name="Text 17"/>
          <p:cNvSpPr/>
          <p:nvPr/>
        </p:nvSpPr>
        <p:spPr>
          <a:xfrm>
            <a:off x="3396996" y="213969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fuel prices 2026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16168" y="2139696"/>
            <a:ext cx="26791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16168" y="2139696"/>
            <a:ext cx="54864" cy="36576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213969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 Korea GPU-hour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587752"/>
            <a:ext cx="26791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2587752"/>
            <a:ext cx="54864" cy="36576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258775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European AI adoption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32404" y="2587752"/>
            <a:ext cx="26791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32404" y="2587752"/>
            <a:ext cx="54864" cy="36576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28" name="Text 26"/>
          <p:cNvSpPr/>
          <p:nvPr/>
        </p:nvSpPr>
        <p:spPr>
          <a:xfrm>
            <a:off x="3396996" y="258775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markets illusion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16168" y="2587752"/>
            <a:ext cx="26791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16168" y="2587752"/>
            <a:ext cx="54864" cy="36576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258775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Great Nicobar project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3035808"/>
            <a:ext cx="26791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3035808"/>
            <a:ext cx="54864" cy="36576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" y="3035808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 freedom 2026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32404" y="3035808"/>
            <a:ext cx="26791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32404" y="3035808"/>
            <a:ext cx="54864" cy="36576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37" name="Text 35"/>
          <p:cNvSpPr/>
          <p:nvPr/>
        </p:nvSpPr>
        <p:spPr>
          <a:xfrm>
            <a:off x="3396996" y="3035808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 growth 2026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16168" y="3035808"/>
            <a:ext cx="26791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16168" y="3035808"/>
            <a:ext cx="54864" cy="36576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40" name="Text 38"/>
          <p:cNvSpPr/>
          <p:nvPr/>
        </p:nvSpPr>
        <p:spPr>
          <a:xfrm>
            <a:off x="6080760" y="3035808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Largest armies 2026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3520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five more on geopolitics, housing, delimitation, AI adoption, and economic divides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EBE3D2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4114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5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/energy-profile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331720" y="43891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IEA news ingest + 33-country OWID energy data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4736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/epstein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2331720" y="47548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story set with a bespoke landing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Breadth is a feature, not a tradeoff.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86537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carries production value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7627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IP launches with publication-grade rendering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71600" y="250545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carries authenticity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81635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 is the human, not the platform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314553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keeps ingest honest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4564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domain has its own scrapers and tagging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371600" y="378561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stay close enough to keep taste high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09651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work at scale, not factory work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731520" cy="0"/>
          </a:xfrm>
          <a:prstGeom prst="line">
            <a:avLst/>
          </a:prstGeom>
          <a:noFill/>
          <a:ln w="15240">
            <a:solidFill>
              <a:srgbClr val="C84B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label with a shared studio — the opposite of a content farm.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4672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91440" cy="566928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01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 data-bound football components into @vismay/footshort-viz. Decide on a native React Native engine when mobile editorial usage justifies 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91440" cy="566928"/>
          </a:xfrm>
          <a:prstGeom prst="rect">
            <a:avLst/>
          </a:prstGeom>
          <a:solidFill>
            <a:srgbClr val="5A7A6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59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5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1576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the four in-production partners — Kidzovo, Protrip, F1, Enterprise &amp; Finance — to first launch.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99816"/>
            <a:ext cx="91440" cy="566928"/>
          </a:xfrm>
          <a:prstGeom prst="rect">
            <a:avLst/>
          </a:prstGeom>
          <a:solidFill>
            <a:srgbClr val="4F8C9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18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4F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37413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polish, validation, type-narrowed YAML so partners self-serve more.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91440" cy="566928"/>
          </a:xfrm>
          <a:prstGeom prst="rect">
            <a:avLst/>
          </a:prstGeom>
          <a:solidFill>
            <a:srgbClr val="B8883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76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88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0325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the open partner slots on the bench. Right person beats fast person.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731520" cy="0"/>
          </a:xfrm>
          <a:prstGeom prst="line">
            <a:avLst/>
          </a:prstGeom>
          <a:noFill/>
          <a:ln w="15240">
            <a:solidFill>
              <a:srgbClr val="C84B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Triggers are explicit — don't pull a roadmap item early just because there's capacity.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0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I'm looking for.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2203704"/>
            <a:ext cx="128016" cy="128016"/>
          </a:xfrm>
          <a:prstGeom prst="ellipse">
            <a:avLst/>
          </a:prstGeom>
          <a:solidFill>
            <a:srgbClr val="C84B3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WITH A REAL OBSESSION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359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B5A9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 domain on (or off) the list — pets, manufacturing, food, science, art, architecture, sport.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916936"/>
            <a:ext cx="128016" cy="128016"/>
          </a:xfrm>
          <a:prstGeom prst="ellipse">
            <a:avLst/>
          </a:prstGeom>
          <a:solidFill>
            <a:srgbClr val="C84B3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706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GROW AN IP WITH 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072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B5A9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shared ground — something we both care about. So by the time we're 50, even our meetings are monetizable.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3630168"/>
            <a:ext cx="128016" cy="128016"/>
          </a:xfrm>
          <a:prstGeom prst="ellipse">
            <a:avLst/>
          </a:prstGeom>
          <a:solidFill>
            <a:srgbClr val="C84B3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8386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WANT A PIECE OF THE INTERNET BACK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78561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B5A9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named, slow, human, built for the long run.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274820"/>
            <a:ext cx="9144000" cy="868680"/>
          </a:xfrm>
          <a:prstGeom prst="rect">
            <a:avLst/>
          </a:prstGeom>
          <a:solidFill>
            <a:srgbClr val="060A0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936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Supro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0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hello@promad.design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45948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vismay  ·  vizmaya.fyi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Vismay</dc:title>
  <dc:subject>PptxGenJS Presentation</dc:subject>
  <dc:creator>Supro</dc:creator>
  <cp:lastModifiedBy>Supro</cp:lastModifiedBy>
  <cp:revision>1</cp:revision>
  <dcterms:created xsi:type="dcterms:W3CDTF">2026-05-21T06:58:06Z</dcterms:created>
  <dcterms:modified xsi:type="dcterms:W3CDTF">2026-05-21T06:58:06Z</dcterms:modified>
</cp:coreProperties>
</file>